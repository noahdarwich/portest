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58" r:id="rId5"/>
    <p:sldId id="259" r:id="rId6"/>
    <p:sldId id="261" r:id="rId7"/>
    <p:sldId id="260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3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" y="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D3E1DC-630D-5512-3255-5E8367D7B2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2DD584B-1EBD-ACF5-C4E1-AF38FD1DD5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1656F49-52AC-8163-916B-DF80672C1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51AE2-6F7D-4FF0-84CA-91171E2CBA30}" type="datetimeFigureOut">
              <a:rPr lang="de-DE" smtClean="0"/>
              <a:t>06.06.2022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AF04690-5E15-3C29-6F40-668E4C1E5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1D5E079-474F-2819-FC6A-BDA36D7B2B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A708E-03DC-4B49-91FC-47ABD6AFEC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6876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D439E77-B43B-028F-A83A-A7CEC0123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2E8BC59-D771-4B19-F898-9357A1C27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AA14A4D-F046-D150-4F4F-F9133F9AB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51AE2-6F7D-4FF0-84CA-91171E2CBA30}" type="datetimeFigureOut">
              <a:rPr lang="de-DE" smtClean="0"/>
              <a:t>06.06.2022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3EF7C3A-5455-7C48-AD57-11A35DD71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D17B695-87D3-37DD-6BE2-A32C8DBD1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A708E-03DC-4B49-91FC-47ABD6AFEC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42462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3AC438-3E25-7BFF-B621-65774BCAE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04D75D0-609E-2F82-4027-61CCA9457D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67623E-96BC-B97F-5537-7E4A48D3E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51AE2-6F7D-4FF0-84CA-91171E2CBA30}" type="datetimeFigureOut">
              <a:rPr lang="de-DE" smtClean="0"/>
              <a:t>06.06.2022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6702899-7F8A-68A9-8105-74E44EBC5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C1594EF-EFB6-4829-A6BB-496A40A17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A708E-03DC-4B49-91FC-47ABD6AFEC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23760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178721-6C3B-9D6E-F757-42CB1F173F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8CF9FC-8535-5941-7750-AFFB9CD023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CBAE7D9-59AE-B7B2-995B-36FC3FAF3C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4DB4FB5-2E7A-AE37-8B98-230BE705C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51AE2-6F7D-4FF0-84CA-91171E2CBA30}" type="datetimeFigureOut">
              <a:rPr lang="de-DE" smtClean="0"/>
              <a:t>06.06.2022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B1ABF67-3130-CECE-1965-DF56A0ADFD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D370581-CB68-C65D-5271-C9CAD8262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A708E-03DC-4B49-91FC-47ABD6AFEC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00191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2748516-8678-594E-451B-518CA993E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30332E6-7DC4-C423-A523-82E60BDE09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608804A-2F17-EFFF-45A4-AD1D536D5E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C6FC602C-3772-4192-4CBE-9EE727D88D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A6D9D866-60C3-6464-D2F5-7B03587060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A4BF96E-7370-528C-75B5-B38DEA87D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51AE2-6F7D-4FF0-84CA-91171E2CBA30}" type="datetimeFigureOut">
              <a:rPr lang="de-DE" smtClean="0"/>
              <a:t>06.06.2022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4C75D50E-B85A-2BC6-5BED-95C10FFF0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1265560-82E6-0C23-C536-3B9E4B420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A708E-03DC-4B49-91FC-47ABD6AFEC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88423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303D7C7-13A5-05D7-C5E2-D75663057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0E4F96C6-7009-6A62-A27C-20D02B43A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51AE2-6F7D-4FF0-84CA-91171E2CBA30}" type="datetimeFigureOut">
              <a:rPr lang="de-DE" smtClean="0"/>
              <a:t>06.06.2022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244AB36-3694-88C2-3B3C-C5D5D79CE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9BCBF624-F058-F854-90C2-0AA1EFC29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A708E-03DC-4B49-91FC-47ABD6AFEC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083853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B7AD991E-9CF5-4D35-7A1A-7E44B1030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51AE2-6F7D-4FF0-84CA-91171E2CBA30}" type="datetimeFigureOut">
              <a:rPr lang="de-DE" smtClean="0"/>
              <a:t>06.06.2022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FA41381-797C-5E40-989B-C3FD9F0AA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456831B-A37B-11BC-C068-4478BC517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A708E-03DC-4B49-91FC-47ABD6AFEC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11780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FD578F-AC2E-03C9-AB41-C67807D2A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DC55DB3-C05E-9895-3B54-BDE83CFCD6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4F81D4B-B7B8-07A8-FA23-50069A0E0C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6009736-447E-1EC5-217E-96A39C3136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51AE2-6F7D-4FF0-84CA-91171E2CBA30}" type="datetimeFigureOut">
              <a:rPr lang="de-DE" smtClean="0"/>
              <a:t>06.06.2022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37CFA5E-7944-227E-3199-0A7024EDE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B9C754A-7010-FD36-D387-7895ABFE3E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A708E-03DC-4B49-91FC-47ABD6AFEC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8895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C912FF-9BFF-5433-8D3E-ACD07A0CE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0F2EB8B-D211-7FE4-804F-854FF7F053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8A59F7F-3E6B-443F-069C-F2D3294E4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B418436-0E13-A279-50D2-F417042BF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51AE2-6F7D-4FF0-84CA-91171E2CBA30}" type="datetimeFigureOut">
              <a:rPr lang="de-DE" smtClean="0"/>
              <a:t>06.06.2022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E59A1DC-7E4E-7D2C-749E-9AC1BEC4E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DE7DECE-8468-A080-6ABF-B3D38A9FB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A708E-03DC-4B49-91FC-47ABD6AFEC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0301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B1F58C-FAE0-4963-7768-AEB31AC0A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5A84B8D-322B-5C3A-2D92-951710E598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A47E52-E0B4-39DE-1B01-3FBBE2496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51AE2-6F7D-4FF0-84CA-91171E2CBA30}" type="datetimeFigureOut">
              <a:rPr lang="de-DE" smtClean="0"/>
              <a:t>06.06.2022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E0AC6F2-36C0-1940-E0C7-28F965A5C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18C13C5-F616-3606-9D03-D975D4D56F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A708E-03DC-4B49-91FC-47ABD6AFEC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3950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157BE496-85A9-DB43-A16F-E7451D82AB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268AECD-6B77-A870-DF17-D8B557E8A7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67537E7-1912-241B-5099-1E396B503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51AE2-6F7D-4FF0-84CA-91171E2CBA30}" type="datetimeFigureOut">
              <a:rPr lang="de-DE" smtClean="0"/>
              <a:t>06.06.2022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D38FD04-592F-C05B-5F8E-0FC3B00A8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0202AC-F87A-2BBC-0F3F-4D2A59ECB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FA708E-03DC-4B49-91FC-47ABD6AFEC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0073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D63A9D3-1DC9-E868-99A8-5B2BB3F19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F99A9BF-939E-C15A-4DAB-FE4A0BD0CB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9FAF700-8620-5902-B46B-A90BEDCD59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A51AE2-6F7D-4FF0-84CA-91171E2CBA30}" type="datetimeFigureOut">
              <a:rPr lang="de-DE" smtClean="0"/>
              <a:t>06.06.2022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59CE653-738E-0E2E-7F7C-759E885BEC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A76063-E72F-997B-D55B-ABDF572E48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FA708E-03DC-4B49-91FC-47ABD6AFECE5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71961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507EEC-A9BC-BABF-DAF4-0E8255BC9E4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Draft</a:t>
            </a:r>
            <a:r>
              <a:rPr lang="de-DE" dirty="0"/>
              <a:t> Pro-Test Demo Day </a:t>
            </a:r>
            <a:r>
              <a:rPr lang="de-DE" dirty="0" err="1"/>
              <a:t>Presentation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30DAB99-D649-69EF-F865-18278EFED9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88496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8E79F7-96EA-2CBE-3BCF-2EF331435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Table </a:t>
            </a:r>
            <a:r>
              <a:rPr lang="de-DE" dirty="0" err="1"/>
              <a:t>of</a:t>
            </a:r>
            <a:r>
              <a:rPr lang="de-DE" dirty="0"/>
              <a:t> Content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FEA40D-B157-6874-FF12-40B69D1A8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 err="1"/>
              <a:t>Recap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project</a:t>
            </a:r>
            <a:r>
              <a:rPr lang="de-DE" dirty="0"/>
              <a:t> </a:t>
            </a:r>
            <a:r>
              <a:rPr lang="de-DE" dirty="0" err="1"/>
              <a:t>aim</a:t>
            </a:r>
            <a:r>
              <a:rPr lang="de-DE" dirty="0"/>
              <a:t> and </a:t>
            </a:r>
            <a:r>
              <a:rPr lang="de-DE" dirty="0" err="1"/>
              <a:t>challenges</a:t>
            </a:r>
            <a:endParaRPr lang="de-DE" dirty="0"/>
          </a:p>
          <a:p>
            <a:r>
              <a:rPr lang="de-DE" dirty="0" err="1"/>
              <a:t>Methodology</a:t>
            </a:r>
            <a:endParaRPr lang="de-DE" dirty="0"/>
          </a:p>
          <a:p>
            <a:r>
              <a:rPr lang="de-DE" dirty="0"/>
              <a:t>Sneak Peak and </a:t>
            </a:r>
            <a:r>
              <a:rPr lang="de-DE" dirty="0" err="1"/>
              <a:t>general</a:t>
            </a:r>
            <a:r>
              <a:rPr lang="de-DE" dirty="0"/>
              <a:t> </a:t>
            </a:r>
            <a:r>
              <a:rPr lang="de-DE" dirty="0" err="1"/>
              <a:t>insights</a:t>
            </a:r>
            <a:endParaRPr lang="de-DE" dirty="0"/>
          </a:p>
          <a:p>
            <a:r>
              <a:rPr lang="de-DE" dirty="0"/>
              <a:t>Showcase – </a:t>
            </a:r>
            <a:r>
              <a:rPr lang="de-DE" dirty="0" err="1"/>
              <a:t>Predict</a:t>
            </a:r>
            <a:r>
              <a:rPr lang="de-DE" dirty="0"/>
              <a:t> in </a:t>
            </a:r>
            <a:r>
              <a:rPr lang="de-DE" dirty="0" err="1"/>
              <a:t>Production</a:t>
            </a:r>
            <a:endParaRPr lang="de-DE" dirty="0"/>
          </a:p>
          <a:p>
            <a:r>
              <a:rPr lang="de-DE" dirty="0" err="1"/>
              <a:t>Lessons</a:t>
            </a:r>
            <a:r>
              <a:rPr lang="de-DE" dirty="0"/>
              <a:t> </a:t>
            </a:r>
            <a:r>
              <a:rPr lang="de-DE" dirty="0" err="1"/>
              <a:t>Learned</a:t>
            </a:r>
            <a:r>
              <a:rPr lang="de-DE" dirty="0"/>
              <a:t> </a:t>
            </a:r>
            <a:r>
              <a:rPr lang="de-DE"/>
              <a:t>and Outlook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061300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E8E79F7-96EA-2CBE-3BCF-2EF331435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Recap</a:t>
            </a:r>
            <a:r>
              <a:rPr lang="de-DE" dirty="0"/>
              <a:t> (1 min)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FEA40D-B157-6874-FF12-40B69D1A81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Problem Statement</a:t>
            </a:r>
          </a:p>
          <a:p>
            <a:pPr lvl="1"/>
            <a:r>
              <a:rPr lang="de-DE" dirty="0"/>
              <a:t>Protests </a:t>
            </a:r>
            <a:r>
              <a:rPr lang="de-DE" dirty="0" err="1"/>
              <a:t>often</a:t>
            </a:r>
            <a:r>
              <a:rPr lang="de-DE" dirty="0"/>
              <a:t> </a:t>
            </a:r>
            <a:r>
              <a:rPr lang="de-DE" dirty="0" err="1"/>
              <a:t>escalate</a:t>
            </a:r>
            <a:r>
              <a:rPr lang="de-DE" dirty="0"/>
              <a:t> and turn violent, </a:t>
            </a:r>
            <a:r>
              <a:rPr lang="de-DE" dirty="0" err="1"/>
              <a:t>undermining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effectiveness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protest´s</a:t>
            </a:r>
            <a:r>
              <a:rPr lang="de-DE" dirty="0"/>
              <a:t> </a:t>
            </a:r>
            <a:r>
              <a:rPr lang="de-DE" dirty="0" err="1"/>
              <a:t>purpose</a:t>
            </a:r>
            <a:r>
              <a:rPr lang="de-DE" dirty="0"/>
              <a:t> and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legitmacy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regime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well</a:t>
            </a:r>
            <a:r>
              <a:rPr lang="de-DE" dirty="0"/>
              <a:t> </a:t>
            </a:r>
            <a:r>
              <a:rPr lang="de-DE" dirty="0" err="1"/>
              <a:t>as</a:t>
            </a:r>
            <a:r>
              <a:rPr lang="de-DE" dirty="0"/>
              <a:t> </a:t>
            </a:r>
            <a:r>
              <a:rPr lang="de-DE" dirty="0" err="1"/>
              <a:t>harming</a:t>
            </a:r>
            <a:r>
              <a:rPr lang="de-DE" dirty="0"/>
              <a:t> </a:t>
            </a:r>
            <a:r>
              <a:rPr lang="de-DE" dirty="0" err="1"/>
              <a:t>participants</a:t>
            </a:r>
            <a:r>
              <a:rPr lang="de-DE" dirty="0"/>
              <a:t> (</a:t>
            </a:r>
            <a:r>
              <a:rPr lang="de-DE" dirty="0" err="1"/>
              <a:t>compare</a:t>
            </a:r>
            <a:r>
              <a:rPr lang="de-DE" dirty="0"/>
              <a:t> </a:t>
            </a:r>
            <a:r>
              <a:rPr lang="de-DE" dirty="0" err="1"/>
              <a:t>intro</a:t>
            </a:r>
            <a:r>
              <a:rPr lang="de-DE" dirty="0"/>
              <a:t> </a:t>
            </a:r>
            <a:r>
              <a:rPr lang="de-DE" dirty="0" err="1"/>
              <a:t>slides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Noah´s</a:t>
            </a:r>
            <a:r>
              <a:rPr lang="de-DE" dirty="0"/>
              <a:t> </a:t>
            </a:r>
            <a:r>
              <a:rPr lang="de-DE" dirty="0" err="1"/>
              <a:t>presentation</a:t>
            </a:r>
            <a:r>
              <a:rPr lang="de-DE" dirty="0"/>
              <a:t>)</a:t>
            </a:r>
          </a:p>
          <a:p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tool</a:t>
            </a:r>
            <a:r>
              <a:rPr lang="de-DE" dirty="0"/>
              <a:t> </a:t>
            </a:r>
            <a:r>
              <a:rPr lang="de-DE" dirty="0" err="1"/>
              <a:t>solves</a:t>
            </a:r>
            <a:r>
              <a:rPr lang="de-DE" dirty="0"/>
              <a:t> </a:t>
            </a:r>
            <a:r>
              <a:rPr lang="de-DE" dirty="0" err="1"/>
              <a:t>this</a:t>
            </a:r>
            <a:r>
              <a:rPr lang="de-DE" dirty="0"/>
              <a:t> </a:t>
            </a:r>
            <a:r>
              <a:rPr lang="de-DE" dirty="0" err="1"/>
              <a:t>problem</a:t>
            </a:r>
            <a:r>
              <a:rPr lang="de-DE" dirty="0"/>
              <a:t>, </a:t>
            </a:r>
            <a:r>
              <a:rPr lang="de-DE" dirty="0" err="1"/>
              <a:t>by</a:t>
            </a:r>
            <a:r>
              <a:rPr lang="de-DE" dirty="0"/>
              <a:t>…</a:t>
            </a:r>
          </a:p>
          <a:p>
            <a:pPr lvl="1"/>
            <a:r>
              <a:rPr lang="de-DE" dirty="0"/>
              <a:t>Prevent </a:t>
            </a:r>
            <a:r>
              <a:rPr lang="de-DE" dirty="0" err="1"/>
              <a:t>physical</a:t>
            </a:r>
            <a:r>
              <a:rPr lang="de-DE" dirty="0"/>
              <a:t> and </a:t>
            </a:r>
            <a:r>
              <a:rPr lang="de-DE" dirty="0" err="1"/>
              <a:t>psychological</a:t>
            </a:r>
            <a:r>
              <a:rPr lang="de-DE" dirty="0"/>
              <a:t> </a:t>
            </a:r>
            <a:r>
              <a:rPr lang="de-DE" dirty="0" err="1"/>
              <a:t>harm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participants</a:t>
            </a:r>
            <a:endParaRPr lang="de-DE" dirty="0"/>
          </a:p>
          <a:p>
            <a:pPr lvl="1"/>
            <a:r>
              <a:rPr lang="de-DE" dirty="0" err="1"/>
              <a:t>Increase</a:t>
            </a:r>
            <a:r>
              <a:rPr lang="de-DE" dirty="0"/>
              <a:t> </a:t>
            </a:r>
            <a:r>
              <a:rPr lang="de-DE" dirty="0" err="1"/>
              <a:t>effectiveness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demonstrations</a:t>
            </a:r>
            <a:r>
              <a:rPr lang="de-DE" dirty="0"/>
              <a:t> </a:t>
            </a:r>
            <a:r>
              <a:rPr lang="de-DE" dirty="0" err="1"/>
              <a:t>by</a:t>
            </a:r>
            <a:r>
              <a:rPr lang="de-DE" dirty="0"/>
              <a:t> </a:t>
            </a:r>
            <a:r>
              <a:rPr lang="de-DE" dirty="0" err="1"/>
              <a:t>making</a:t>
            </a:r>
            <a:r>
              <a:rPr lang="de-DE" dirty="0"/>
              <a:t> </a:t>
            </a:r>
            <a:r>
              <a:rPr lang="de-DE" dirty="0" err="1"/>
              <a:t>them</a:t>
            </a:r>
            <a:r>
              <a:rPr lang="de-DE" dirty="0"/>
              <a:t> </a:t>
            </a:r>
            <a:r>
              <a:rPr lang="de-DE" dirty="0" err="1"/>
              <a:t>less</a:t>
            </a:r>
            <a:r>
              <a:rPr lang="de-DE" dirty="0"/>
              <a:t> violent</a:t>
            </a:r>
          </a:p>
          <a:p>
            <a:r>
              <a:rPr lang="de-DE" dirty="0"/>
              <a:t>Brief </a:t>
            </a:r>
            <a:r>
              <a:rPr lang="de-DE" dirty="0" err="1"/>
              <a:t>pictures</a:t>
            </a:r>
            <a:r>
              <a:rPr lang="de-DE" dirty="0"/>
              <a:t>/ </a:t>
            </a:r>
            <a:r>
              <a:rPr lang="de-DE" dirty="0" err="1"/>
              <a:t>intro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team</a:t>
            </a:r>
            <a:r>
              <a:rPr lang="de-DE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661872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6132A96-B467-ABA5-CD4F-9E7EB294AF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Methodology</a:t>
            </a:r>
            <a:r>
              <a:rPr lang="de-DE" dirty="0"/>
              <a:t> (1-2 min)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42E52C6-AFF9-AF1C-CE15-61EC66A51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did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start</a:t>
            </a:r>
            <a:r>
              <a:rPr lang="de-DE" dirty="0"/>
              <a:t> </a:t>
            </a:r>
            <a:r>
              <a:rPr lang="de-DE" dirty="0" err="1"/>
              <a:t>with</a:t>
            </a:r>
            <a:endParaRPr lang="de-DE" dirty="0"/>
          </a:p>
          <a:p>
            <a:pPr lvl="1"/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sets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3 different countries and a </a:t>
            </a:r>
            <a:r>
              <a:rPr lang="de-DE" dirty="0" err="1"/>
              <a:t>rough</a:t>
            </a:r>
            <a:r>
              <a:rPr lang="de-DE" dirty="0"/>
              <a:t> </a:t>
            </a:r>
            <a:r>
              <a:rPr lang="de-DE" dirty="0" err="1"/>
              <a:t>idea</a:t>
            </a:r>
            <a:r>
              <a:rPr lang="de-DE" dirty="0"/>
              <a:t>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use</a:t>
            </a:r>
            <a:endParaRPr lang="de-DE" dirty="0"/>
          </a:p>
          <a:p>
            <a:pPr lvl="2"/>
            <a:r>
              <a:rPr lang="de-DE" dirty="0"/>
              <a:t>Screenshot/ </a:t>
            </a:r>
            <a:r>
              <a:rPr lang="de-DE" dirty="0" err="1"/>
              <a:t>brie</a:t>
            </a:r>
            <a:r>
              <a:rPr lang="de-DE" dirty="0"/>
              <a:t> </a:t>
            </a:r>
            <a:r>
              <a:rPr lang="de-DE" dirty="0" err="1"/>
              <a:t>peak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raw</a:t>
            </a:r>
            <a:r>
              <a:rPr lang="de-DE" dirty="0"/>
              <a:t> </a:t>
            </a:r>
            <a:r>
              <a:rPr lang="de-DE" dirty="0" err="1"/>
              <a:t>data</a:t>
            </a:r>
            <a:r>
              <a:rPr lang="de-DE" dirty="0"/>
              <a:t>?</a:t>
            </a:r>
          </a:p>
          <a:p>
            <a:pPr lvl="1"/>
            <a:r>
              <a:rPr lang="de-DE" dirty="0"/>
              <a:t>The </a:t>
            </a:r>
            <a:r>
              <a:rPr lang="de-DE" dirty="0" err="1"/>
              <a:t>idea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what</a:t>
            </a:r>
            <a:r>
              <a:rPr lang="de-DE" dirty="0"/>
              <a:t> </a:t>
            </a:r>
            <a:r>
              <a:rPr lang="de-DE" dirty="0" err="1"/>
              <a:t>target</a:t>
            </a:r>
            <a:r>
              <a:rPr lang="de-DE" dirty="0"/>
              <a:t> variable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choose</a:t>
            </a:r>
            <a:endParaRPr lang="de-DE" dirty="0"/>
          </a:p>
          <a:p>
            <a:r>
              <a:rPr lang="de-DE" dirty="0" err="1"/>
              <a:t>How</a:t>
            </a:r>
            <a:r>
              <a:rPr lang="de-DE" dirty="0"/>
              <a:t> </a:t>
            </a:r>
            <a:r>
              <a:rPr lang="de-DE" dirty="0" err="1"/>
              <a:t>did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proceed</a:t>
            </a:r>
            <a:r>
              <a:rPr lang="de-DE" dirty="0"/>
              <a:t>:</a:t>
            </a:r>
          </a:p>
          <a:p>
            <a:pPr lvl="1"/>
            <a:r>
              <a:rPr lang="de-DE" dirty="0"/>
              <a:t>PM and </a:t>
            </a:r>
            <a:r>
              <a:rPr lang="de-DE" dirty="0" err="1"/>
              <a:t>organisation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work</a:t>
            </a:r>
            <a:r>
              <a:rPr lang="de-DE" dirty="0"/>
              <a:t> (?)</a:t>
            </a:r>
          </a:p>
          <a:p>
            <a:pPr lvl="1"/>
            <a:r>
              <a:rPr lang="de-DE" dirty="0"/>
              <a:t>Data </a:t>
            </a:r>
            <a:r>
              <a:rPr lang="de-DE" dirty="0" err="1"/>
              <a:t>Preproc</a:t>
            </a:r>
            <a:r>
              <a:rPr lang="de-DE" dirty="0"/>
              <a:t> (</a:t>
            </a:r>
            <a:r>
              <a:rPr lang="de-DE" dirty="0" err="1"/>
              <a:t>taking</a:t>
            </a:r>
            <a:r>
              <a:rPr lang="de-DE" dirty="0"/>
              <a:t> a </a:t>
            </a:r>
            <a:r>
              <a:rPr lang="de-DE" dirty="0" err="1"/>
              <a:t>loooot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time!)</a:t>
            </a:r>
          </a:p>
          <a:p>
            <a:pPr lvl="2"/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exploration</a:t>
            </a:r>
            <a:r>
              <a:rPr lang="de-DE" dirty="0"/>
              <a:t> (</a:t>
            </a:r>
            <a:r>
              <a:rPr lang="de-DE" dirty="0" err="1"/>
              <a:t>viz</a:t>
            </a:r>
            <a:r>
              <a:rPr lang="de-DE" dirty="0"/>
              <a:t> + </a:t>
            </a:r>
            <a:r>
              <a:rPr lang="de-DE" dirty="0" err="1"/>
              <a:t>trying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find </a:t>
            </a:r>
            <a:r>
              <a:rPr lang="de-DE" dirty="0" err="1"/>
              <a:t>first</a:t>
            </a:r>
            <a:r>
              <a:rPr lang="de-DE" dirty="0"/>
              <a:t> </a:t>
            </a:r>
            <a:r>
              <a:rPr lang="de-DE" dirty="0" err="1"/>
              <a:t>correlations</a:t>
            </a:r>
            <a:r>
              <a:rPr lang="de-DE" dirty="0"/>
              <a:t>) </a:t>
            </a:r>
          </a:p>
          <a:p>
            <a:pPr lvl="2"/>
            <a:r>
              <a:rPr lang="de-DE" dirty="0" err="1"/>
              <a:t>Eliminating</a:t>
            </a:r>
            <a:r>
              <a:rPr lang="de-DE" dirty="0"/>
              <a:t> variables</a:t>
            </a:r>
          </a:p>
          <a:p>
            <a:pPr lvl="2"/>
            <a:r>
              <a:rPr lang="de-DE" dirty="0" err="1"/>
              <a:t>Standardising</a:t>
            </a:r>
            <a:r>
              <a:rPr lang="de-DE" dirty="0"/>
              <a:t> and </a:t>
            </a:r>
            <a:r>
              <a:rPr lang="de-DE" dirty="0" err="1"/>
              <a:t>merging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3 </a:t>
            </a:r>
            <a:r>
              <a:rPr lang="de-DE" dirty="0" err="1"/>
              <a:t>data</a:t>
            </a:r>
            <a:r>
              <a:rPr lang="de-DE" dirty="0"/>
              <a:t> </a:t>
            </a:r>
            <a:r>
              <a:rPr lang="de-DE" dirty="0" err="1"/>
              <a:t>sets</a:t>
            </a:r>
            <a:endParaRPr lang="de-DE" dirty="0"/>
          </a:p>
          <a:p>
            <a:pPr lvl="1"/>
            <a:r>
              <a:rPr lang="de-DE" dirty="0"/>
              <a:t>Modelling (</a:t>
            </a:r>
            <a:r>
              <a:rPr lang="de-DE" dirty="0" err="1"/>
              <a:t>here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discuss</a:t>
            </a:r>
            <a:r>
              <a:rPr lang="de-DE" dirty="0"/>
              <a:t> </a:t>
            </a:r>
            <a:r>
              <a:rPr lang="de-DE" dirty="0" err="1"/>
              <a:t>if</a:t>
            </a:r>
            <a:r>
              <a:rPr lang="de-DE" dirty="0"/>
              <a:t> </a:t>
            </a:r>
            <a:r>
              <a:rPr lang="de-DE" dirty="0" err="1"/>
              <a:t>we</a:t>
            </a:r>
            <a:r>
              <a:rPr lang="de-DE" dirty="0"/>
              <a:t> </a:t>
            </a:r>
            <a:r>
              <a:rPr lang="de-DE" dirty="0" err="1"/>
              <a:t>give</a:t>
            </a:r>
            <a:r>
              <a:rPr lang="de-DE" dirty="0"/>
              <a:t> a </a:t>
            </a:r>
            <a:r>
              <a:rPr lang="de-DE" dirty="0" err="1"/>
              <a:t>brief</a:t>
            </a:r>
            <a:r>
              <a:rPr lang="de-DE" dirty="0"/>
              <a:t> </a:t>
            </a:r>
            <a:r>
              <a:rPr lang="de-DE" dirty="0" err="1"/>
              <a:t>peek</a:t>
            </a:r>
            <a:r>
              <a:rPr lang="de-DE" dirty="0"/>
              <a:t> </a:t>
            </a:r>
            <a:r>
              <a:rPr lang="de-DE" dirty="0" err="1"/>
              <a:t>into</a:t>
            </a:r>
            <a:r>
              <a:rPr lang="de-DE" dirty="0"/>
              <a:t> </a:t>
            </a:r>
            <a:r>
              <a:rPr lang="de-DE" dirty="0" err="1"/>
              <a:t>some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models</a:t>
            </a:r>
            <a:r>
              <a:rPr lang="de-DE" dirty="0"/>
              <a:t> </a:t>
            </a:r>
            <a:r>
              <a:rPr lang="de-DE" dirty="0" err="1"/>
              <a:t>or</a:t>
            </a:r>
            <a:r>
              <a:rPr lang="de-DE" dirty="0"/>
              <a:t> </a:t>
            </a:r>
            <a:r>
              <a:rPr lang="de-DE" dirty="0" err="1"/>
              <a:t>show</a:t>
            </a:r>
            <a:r>
              <a:rPr lang="de-DE" dirty="0"/>
              <a:t> score):</a:t>
            </a:r>
          </a:p>
          <a:p>
            <a:pPr lvl="2"/>
            <a:r>
              <a:rPr lang="de-DE" dirty="0" err="1"/>
              <a:t>Logistics</a:t>
            </a:r>
            <a:endParaRPr lang="de-DE" dirty="0"/>
          </a:p>
          <a:p>
            <a:pPr lvl="2"/>
            <a:r>
              <a:rPr lang="de-DE" dirty="0"/>
              <a:t>Random Forest</a:t>
            </a:r>
          </a:p>
          <a:p>
            <a:pPr lvl="2"/>
            <a:r>
              <a:rPr lang="de-DE" dirty="0"/>
              <a:t>DTC Model</a:t>
            </a:r>
          </a:p>
          <a:p>
            <a:pPr lvl="2"/>
            <a:r>
              <a:rPr lang="de-DE" dirty="0" err="1"/>
              <a:t>Choosing</a:t>
            </a:r>
            <a:r>
              <a:rPr lang="de-DE" dirty="0"/>
              <a:t> final </a:t>
            </a:r>
            <a:r>
              <a:rPr lang="de-DE" dirty="0" err="1"/>
              <a:t>features</a:t>
            </a:r>
            <a:endParaRPr lang="de-DE" dirty="0"/>
          </a:p>
          <a:p>
            <a:pPr lvl="1"/>
            <a:r>
              <a:rPr lang="de-DE" dirty="0" err="1"/>
              <a:t>Predict</a:t>
            </a:r>
            <a:r>
              <a:rPr lang="de-DE" dirty="0"/>
              <a:t> in </a:t>
            </a:r>
            <a:r>
              <a:rPr lang="de-DE" dirty="0" err="1"/>
              <a:t>Production</a:t>
            </a:r>
            <a:endParaRPr lang="de-DE" dirty="0"/>
          </a:p>
          <a:p>
            <a:pPr lvl="3"/>
            <a:endParaRPr lang="de-DE" dirty="0"/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928357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83923A-4E0C-1636-6E75-BDEB89615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Insights</a:t>
            </a:r>
            <a:r>
              <a:rPr lang="de-DE" dirty="0"/>
              <a:t>/ </a:t>
            </a:r>
            <a:r>
              <a:rPr lang="de-DE" dirty="0" err="1"/>
              <a:t>Visualisation</a:t>
            </a:r>
            <a:r>
              <a:rPr lang="de-DE" dirty="0"/>
              <a:t> (30 sec)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AD37D3-DACA-7BBA-B44C-62553E5E6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842730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C6ECCC0-70FF-260F-1579-C96632747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Predict</a:t>
            </a:r>
            <a:r>
              <a:rPr lang="de-DE" dirty="0"/>
              <a:t> in </a:t>
            </a:r>
            <a:r>
              <a:rPr lang="de-DE" dirty="0" err="1"/>
              <a:t>Production</a:t>
            </a:r>
            <a:r>
              <a:rPr lang="de-DE" dirty="0"/>
              <a:t>/ Showcase (1-2 min)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07D6D0A-183E-B25E-5E8C-F4E54913D1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Here </a:t>
            </a:r>
            <a:r>
              <a:rPr lang="de-DE" dirty="0" err="1"/>
              <a:t>we</a:t>
            </a:r>
            <a:r>
              <a:rPr lang="de-DE" dirty="0"/>
              <a:t> will </a:t>
            </a:r>
            <a:r>
              <a:rPr lang="de-DE" dirty="0" err="1"/>
              <a:t>show</a:t>
            </a:r>
            <a:r>
              <a:rPr lang="de-DE" dirty="0"/>
              <a:t> </a:t>
            </a:r>
            <a:r>
              <a:rPr lang="de-DE" dirty="0" err="1"/>
              <a:t>our</a:t>
            </a:r>
            <a:r>
              <a:rPr lang="de-DE" dirty="0"/>
              <a:t> </a:t>
            </a:r>
            <a:r>
              <a:rPr lang="de-DE" dirty="0" err="1"/>
              <a:t>model</a:t>
            </a:r>
            <a:r>
              <a:rPr lang="de-DE" dirty="0"/>
              <a:t>. Link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our</a:t>
            </a:r>
            <a:r>
              <a:rPr lang="de-DE" dirty="0"/>
              <a:t> web </a:t>
            </a:r>
            <a:r>
              <a:rPr lang="de-DE" dirty="0" err="1"/>
              <a:t>app</a:t>
            </a:r>
            <a:endParaRPr lang="de-DE" dirty="0"/>
          </a:p>
          <a:p>
            <a:r>
              <a:rPr lang="de-DE" dirty="0" err="1"/>
              <a:t>Let</a:t>
            </a:r>
            <a:r>
              <a:rPr lang="de-DE" dirty="0"/>
              <a:t> </a:t>
            </a:r>
            <a:r>
              <a:rPr lang="de-DE" dirty="0" err="1"/>
              <a:t>people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crowd</a:t>
            </a:r>
            <a:r>
              <a:rPr lang="de-DE" dirty="0"/>
              <a:t> </a:t>
            </a:r>
            <a:r>
              <a:rPr lang="de-DE" dirty="0" err="1"/>
              <a:t>draw</a:t>
            </a:r>
            <a:r>
              <a:rPr lang="de-DE" dirty="0"/>
              <a:t> </a:t>
            </a:r>
            <a:r>
              <a:rPr lang="de-DE" dirty="0" err="1"/>
              <a:t>input</a:t>
            </a:r>
            <a:r>
              <a:rPr lang="de-DE" dirty="0"/>
              <a:t>/ feature </a:t>
            </a:r>
            <a:r>
              <a:rPr lang="de-DE" dirty="0" err="1"/>
              <a:t>factors</a:t>
            </a:r>
            <a:r>
              <a:rPr lang="de-DE" dirty="0"/>
              <a:t> and do a „</a:t>
            </a:r>
            <a:r>
              <a:rPr lang="de-DE" dirty="0" err="1"/>
              <a:t>random</a:t>
            </a:r>
            <a:r>
              <a:rPr lang="de-DE" dirty="0"/>
              <a:t>“ </a:t>
            </a:r>
            <a:r>
              <a:rPr lang="de-DE" dirty="0" err="1"/>
              <a:t>prediction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44366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FF6DBA3-B0B1-565D-885A-BBC41E6C3F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Lessons</a:t>
            </a:r>
            <a:r>
              <a:rPr lang="de-DE" dirty="0"/>
              <a:t> </a:t>
            </a:r>
            <a:r>
              <a:rPr lang="de-DE" dirty="0" err="1"/>
              <a:t>Learned</a:t>
            </a:r>
            <a:r>
              <a:rPr lang="de-DE" dirty="0"/>
              <a:t> and Outlook (30 sec) /</a:t>
            </a:r>
            <a:br>
              <a:rPr lang="de-DE" dirty="0"/>
            </a:br>
            <a:r>
              <a:rPr lang="de-DE" b="1" dirty="0"/>
              <a:t>Drop </a:t>
            </a:r>
            <a:r>
              <a:rPr lang="de-DE" b="1" dirty="0" err="1"/>
              <a:t>this</a:t>
            </a:r>
            <a:r>
              <a:rPr lang="de-DE" b="1" dirty="0"/>
              <a:t> </a:t>
            </a:r>
            <a:r>
              <a:rPr lang="de-DE" b="1" dirty="0" err="1"/>
              <a:t>slide</a:t>
            </a:r>
            <a:r>
              <a:rPr lang="de-DE" b="1" dirty="0"/>
              <a:t>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21B0A2B-7250-B47A-2372-BC679FB97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Data </a:t>
            </a:r>
            <a:r>
              <a:rPr lang="de-DE" dirty="0" err="1"/>
              <a:t>Preproc</a:t>
            </a:r>
            <a:r>
              <a:rPr lang="de-DE" dirty="0"/>
              <a:t> </a:t>
            </a:r>
            <a:r>
              <a:rPr lang="de-DE" dirty="0" err="1"/>
              <a:t>takes</a:t>
            </a:r>
            <a:r>
              <a:rPr lang="de-DE" dirty="0"/>
              <a:t> a </a:t>
            </a:r>
            <a:r>
              <a:rPr lang="de-DE" dirty="0" err="1"/>
              <a:t>long</a:t>
            </a:r>
            <a:r>
              <a:rPr lang="de-DE" dirty="0"/>
              <a:t> time</a:t>
            </a:r>
          </a:p>
          <a:p>
            <a:r>
              <a:rPr lang="de-DE" dirty="0" err="1"/>
              <a:t>Complex</a:t>
            </a:r>
            <a:r>
              <a:rPr lang="de-DE" dirty="0"/>
              <a:t>, emergent, interdependent </a:t>
            </a:r>
            <a:r>
              <a:rPr lang="de-DE" dirty="0" err="1"/>
              <a:t>system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be</a:t>
            </a:r>
            <a:r>
              <a:rPr lang="de-DE" dirty="0"/>
              <a:t> </a:t>
            </a:r>
            <a:r>
              <a:rPr lang="de-DE" dirty="0" err="1"/>
              <a:t>tricky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model</a:t>
            </a:r>
            <a:endParaRPr lang="de-DE" dirty="0"/>
          </a:p>
          <a:p>
            <a:r>
              <a:rPr lang="de-DE" dirty="0"/>
              <a:t>Data Exploration and Analysis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help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reduce</a:t>
            </a:r>
            <a:r>
              <a:rPr lang="de-DE" dirty="0"/>
              <a:t> </a:t>
            </a:r>
            <a:r>
              <a:rPr lang="de-DE" dirty="0" err="1"/>
              <a:t>complexity</a:t>
            </a:r>
            <a:endParaRPr lang="de-DE" dirty="0"/>
          </a:p>
          <a:p>
            <a:r>
              <a:rPr lang="de-DE" dirty="0" err="1"/>
              <a:t>Context</a:t>
            </a:r>
            <a:r>
              <a:rPr lang="de-DE" dirty="0"/>
              <a:t>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everything</a:t>
            </a:r>
            <a:r>
              <a:rPr lang="de-DE" dirty="0"/>
              <a:t> (</a:t>
            </a:r>
            <a:r>
              <a:rPr lang="de-DE" dirty="0" err="1"/>
              <a:t>thanks</a:t>
            </a:r>
            <a:r>
              <a:rPr lang="de-DE" dirty="0"/>
              <a:t>, Noah!) – blind </a:t>
            </a:r>
            <a:r>
              <a:rPr lang="de-DE" dirty="0" err="1"/>
              <a:t>application</a:t>
            </a:r>
            <a:r>
              <a:rPr lang="de-DE" dirty="0"/>
              <a:t>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inductivism</a:t>
            </a:r>
            <a:r>
              <a:rPr lang="de-DE" dirty="0"/>
              <a:t> </a:t>
            </a:r>
            <a:r>
              <a:rPr lang="de-DE" dirty="0" err="1"/>
              <a:t>can</a:t>
            </a:r>
            <a:r>
              <a:rPr lang="de-DE" dirty="0"/>
              <a:t> </a:t>
            </a:r>
            <a:r>
              <a:rPr lang="de-DE" dirty="0" err="1"/>
              <a:t>lead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wrong</a:t>
            </a:r>
            <a:r>
              <a:rPr lang="de-DE" dirty="0"/>
              <a:t> </a:t>
            </a:r>
            <a:r>
              <a:rPr lang="de-DE" dirty="0" err="1"/>
              <a:t>conclustions</a:t>
            </a:r>
            <a:endParaRPr lang="de-DE" dirty="0"/>
          </a:p>
          <a:p>
            <a:endParaRPr lang="de-DE" dirty="0"/>
          </a:p>
          <a:p>
            <a:pPr marL="0" indent="0">
              <a:buNone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524694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320</Words>
  <Application>Microsoft Office PowerPoint</Application>
  <PresentationFormat>Breitbild</PresentationFormat>
  <Paragraphs>40</Paragraphs>
  <Slides>7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</vt:lpstr>
      <vt:lpstr>Draft Pro-Test Demo Day Presentation</vt:lpstr>
      <vt:lpstr>Table of Content</vt:lpstr>
      <vt:lpstr>Recap (1 min)</vt:lpstr>
      <vt:lpstr>Methodology (1-2 min)</vt:lpstr>
      <vt:lpstr>Insights/ Visualisation (30 sec)</vt:lpstr>
      <vt:lpstr>Predict in Production/ Showcase (1-2 min)</vt:lpstr>
      <vt:lpstr>Lessons Learned and Outlook (30 sec) / Drop this slide?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Draft Pro-Test Demo Day Presentation</dc:title>
  <dc:creator>Max Höchsmann</dc:creator>
  <cp:lastModifiedBy>Max Höchsmann</cp:lastModifiedBy>
  <cp:revision>5</cp:revision>
  <dcterms:created xsi:type="dcterms:W3CDTF">2022-06-06T10:06:04Z</dcterms:created>
  <dcterms:modified xsi:type="dcterms:W3CDTF">2022-06-06T11:54:57Z</dcterms:modified>
</cp:coreProperties>
</file>